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94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Prediction Analysis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463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SHIVASHANKARI 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Guide: Kumaran 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Entri Elevate  |  Data </a:t>
            </a:r>
            <a:r>
              <a:rPr lang="en-US" sz="1300" dirty="0" smtClean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&amp; Business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Problem, objectives &amp; business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261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6,000 records · 23 original variables · 2022–2025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Preparation Pipeline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Cleaning, transformation &amp; feature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240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2356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Exploratory &amp; Statistical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Patterns, correlations &amp; hypothesis tests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84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Business Insights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Channels, regions, AOV &amp; time patterns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383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584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2356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Scope &amp; Conclusion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2356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modeling roadmap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platforms generate large volumes of data from customer visits, orders, marketing, shipping, and regional sales. Revenue is a key performance indicator influenced by multiple interconnected factors.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Orders &amp; AOV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 volume and average order value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92024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Spend, ads &amp; conversion rates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92024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Mobile, web &amp; other sales channels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performance differences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154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15468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Shipping, availability &amp; ratings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315468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Seasonality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Time-based and weekend patterns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e-commerce data does not clearly reveal the factors that drive revenue. Systematic analysis is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 data for reliable analysis &amp; modeling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0756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distribution &amp; trends over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59689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51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Factor Identification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5511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variables meaningfully linked to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026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Comparison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0266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channels, regions &amp; time periods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35021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 differences are not random variation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Prediction &amp; Decisions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Estimate revenue &amp; support business actions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353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&amp; Clean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Inspect structure, handle quality issues, prepare date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965192" y="1353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 &amp;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time features, marketing metrics, customer activity measures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4505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&amp; Visualize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EDA, distributions, trends, channel &amp; region comparisons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5192" y="24505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Statistically Validate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Correlation, Mann-Whitney, Kruskal-Wallis, Chi-Square tests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354787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547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 Insights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Actionable findings on revenue drivers and performance gaps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965192" y="354787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965192" y="3547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7784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 for Prediction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leakage-free features for future ML revenue models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→ 56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2022–2025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Major Variable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&amp; Order Value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&amp; Website Activity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Expenditure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375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 Channels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337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3375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Geographical Regions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3375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Availability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840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Shipping Performance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84048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840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Ratings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384048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840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 / Time Fields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Preparation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6187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Selection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5087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Relevant revenue, order, marketing, channel, region &amp; date variables retained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3055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0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0756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3774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missing values · No duplicates · Data types validated · Date fields prepared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99923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294436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246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Year, Month, Quarter, Day-of-Week, Weekend flags, Year-Month aggregates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86791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81304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1148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AOV, marketing efficiency, visitor order rate, revenue categories, operational scores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Engineering Highlights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0574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972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0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 &amp; 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Revenue Per Order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Visitor Order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Unique Visitor Ratio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Orders Per Ad Click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109728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097280"/>
            <a:ext cx="20574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0972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1170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Efficiency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Revenue Per Marketing $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Marketing Cost /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Cost Per Visitor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Spend Categories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097280"/>
            <a:ext cx="20574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0972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170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Availability 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Shipping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Rating Category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Discount Category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109728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0" y="1097280"/>
            <a:ext cx="20574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949440" y="10972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1170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Time-Based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Year / Month / Quarter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Day of Week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Is Weekend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Month Start / End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Exploratory Analysis — 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6,879.64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Median: 5,763.25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0.91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AOV ↔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positive correlation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50,542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 Revenue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Right-skewed distribution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88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&amp; Region Leaders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Mobile App has the highest average revenue among sales channels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West region records the highest average revenue among regions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788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Time-Based Patterns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200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Weekend revenue is slightly higher than weekday revenue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Monthly aggregation reveals clear seasonal and trend patterns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Hypothesis tests and correlation analysis validated the patterns observed in EDA.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AOV ↔ Revenue ≈ 0.91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Very strong positive relationship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Mann–Whitney 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Weekday vs Weekend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Significant difference at 5%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Kruskal–Wallis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26426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Channels &amp; Regions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6426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Significant revenue differences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9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Chi-Square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2095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× Revenue Category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209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Association confirmed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Confidence Interval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Revenue range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Population mean estimation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Visualizations Created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Histogram showing right-skew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by Channel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Bar chart of average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9728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by Region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performance comparison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19456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Revenue Trend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Line chart over 2022–2025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1945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19456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Orders Trend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 activity over 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19456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Spend vs Revenue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Scatter relationship plot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29184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AOV vs Revenue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linear relationship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3291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3291840" y="329184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Conversion Rate vs Revenue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204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conversion link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3291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329184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key numerical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Insights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≈ 6,880 · Median ≈ 5,763 · Max ≈ 50,543. Distribution is right-skewed; a small set of high-value transactions lifts the average.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35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delivers the highest average revenue. Continued investment in mobile UX and engagement is a clear opportunity.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West Region Strongest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West region outperforms others on average revenue. Useful benchmark for comparing marketing and customer behaviour elsewhere.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AOV is Critical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of ~0.91 with Revenue. Strategies that increase average order value (bundles, upsells) can directly lift revenue.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Weekend 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Weekend revenue is statistically higher than weekday revenue. Timing of campaigns and promotions can exploit this pattern.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Link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Positive association between marketing spend and revenue. Efficiency metrics (revenue per marketing dollar) support budget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cleaned and feature-engineered dataset forms a strong foundation for predictive modeling.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2103120"/>
            <a:ext cx="54864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Regression 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Linear Regression, Random Forest, Gradient Boosting, and other regressors on leakage-free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" y="2834640"/>
            <a:ext cx="54864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Evaluation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633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models using MAE, RMSE, R² and cross-validation scores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" y="3566160"/>
            <a:ext cx="54864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which business drivers most influence predicted 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Prediction System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a reliable model to estimate expected revenue for planning and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Revenue Prediction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project demonstrates a complete data-science workflow applied to a real-world e-commerce revenue problem.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733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data (6,000 records, 23 variables) was cleaned, transformed, and expanded to 56 analytical features.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Order Value shows a very strong positive relationship with Revenue (r ≈ 0.91).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and West region are the top-performing channel and region respectively.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44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Weekend revenue is statistically higher than weekday revenue.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tests confirmed that observed channel and regional differences are meaningful.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593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prepared dataset is ready for regression-based revenue prediction models.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40480" y="256032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Shivashankari E  ·  Project Guide: Kumaran 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Entri Elevate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1119</Words>
  <Application>Microsoft Office PowerPoint</Application>
  <PresentationFormat>On-screen Show (16:9)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Revenue Prediction Analysis</dc:title>
  <dc:subject>Final Project Presentation</dc:subject>
  <dc:creator>Shivashankari E</dc:creator>
  <cp:lastModifiedBy>Microsoft account</cp:lastModifiedBy>
  <cp:revision>3</cp:revision>
  <dcterms:created xsi:type="dcterms:W3CDTF">2026-10-07T15:43:13Z</dcterms:created>
  <dcterms:modified xsi:type="dcterms:W3CDTF">2026-10-07T17:10:31Z</dcterms:modified>
</cp:coreProperties>
</file>